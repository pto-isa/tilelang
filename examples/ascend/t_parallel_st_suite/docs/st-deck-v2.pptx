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0"/>
    <p:sldId id="258" r:id="rId4"/>
    <p:sldId id="260" r:id="rId6"/>
    <p:sldId id="262" r:id="rId8"/>
    <p:sldId id="265" r:id="rId16"/>
    <p:sldId id="266" r:id="rId17"/>
    <p:sldId id="267" r:id="rId18"/>
    <p:sldId id="268" r:id="rId19"/>
    <p:sldId id="259" r:id="rId5"/>
    <p:sldId id="261" r:id="rId7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63" r:id="rId9"/>
    <p:sldId id="282" r:id="rId33"/>
    <p:sldId id="283" r:id="rId34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11.xml"/><Relationship Id="rId6" Type="http://schemas.openxmlformats.org/officeDocument/2006/relationships/slide" Target="slides/slide5.xml"/><Relationship Id="rId7" Type="http://schemas.openxmlformats.org/officeDocument/2006/relationships/slide" Target="slides/slide12.xml"/><Relationship Id="rId8" Type="http://schemas.openxmlformats.org/officeDocument/2006/relationships/slide" Target="slides/slide6.xml"/><Relationship Id="rId9" Type="http://schemas.openxmlformats.org/officeDocument/2006/relationships/slide" Target="slides/slide26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 sensitivity suite v2: Simt T.Parallel vs SIMD (PTO-DSL) at its best schedule, primary metric total VF cycles (Ascend950PR_9599 opsim, harvest 2026-10-08).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 = schedule / RF residency / remat (SV1–SV9). CF = predicated control-flow: CF1–CF3 + CF6 primary; CF4 / CF5 / CF6b appendix (SIMT_SIMD_E2E_COMPARE_CF_20261007.md, "Product cut"). SP = access / gather-scatter / scale decode, SP1–SP6 (ST_SP1_TO_SP6_ACCESS.md).</a:t>
            </a:r>
          </a:p>
          <a:p>
            <a:r>
              <a:t>Rule: each ST varies one sensitivity axis; MoE / SFA are remarks only.</a:t>
            </a:r>
          </a:p>
          <a:p>
            <a:r>
              <a:t>Sources: /workspace/st_simtvf_parallel/reports/SIMT_SIMD_E2E_COMPARE_20261007.md; /workspace/st_simtvf_parallel/reports/SIMT_SIMD_E2E_COMPARE_CF_20261007.md; /workspace/st_simtvf_parallel/reports/ST_SP1_TO_SP6_ACCESS.md</a:t>
            </a:r>
          </a:p>
          <a:p>
            <a:r>
              <a:t>v2: all case slides use total VF cycles (Simt vs SIMD (PTO-DSL)); source /workspace/st_simtvf_parallel/reports/VF_CYCLES_SIMT_VS_DSL_BEST_20261008.md (+ .tsv)</a:t>
            </a:r>
          </a:p>
          <a:p>
            <a:r>
              <a:t>v2: all case slides use total VF cycles (Simt vs SIMD (PTO-DSL)); source /workspace/st_simtvf_parallel/reports/VF_CYCLES_SIMT_VS_DSL_BEST_20261008.md (+ .tsv)</a:t>
            </a:r>
          </a:p>
          <a:p>
            <a:r>
              <a:t>v2: all case slides use total VF cycles (Simt vs SIMD (PTO-DSL)); source /workspace/st_simtvf_parallel/reports/VF_CYCLES_SIMT_VS_DSL_BEST_20261008.md (+ .tsv)</a:t>
            </a:r>
          </a:p>
          <a:p>
            <a:r>
              <a:t>v2: all case slides use total VF cycles (Simt vs SIMD (PTO-DSL)); source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SV: schedule / RF residency / remat sensitivity, SV1–SV9, in total VF cycles.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values VF_total from the 2026-10-08 harvest: Simt best arm at each shape vs SIMD (PTO-DSL) best schedule at the same shape; ratio = Simt / PTO-DSL. Blanks: SV1 E2048 (no PTO-DSL kernel), SV2 R16×C64 Simt COMPILE_FAIL (layout_inference: no available layout found), SV2 R16×C32 (no PTO-DSL at C32). SV4 ratio 9.63 vs Simt best remat_idx_calc. Wall µs columns are secondary (core0.veccore0).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SV1 stream eltwise, E256 T32: Simt stream VF_total 727, SIMD (PTO-DSL) stream 59, ratio 12.32. E2048: Simt 2,625; no PTO-DSL kernel at E2048 (blank). Wall µs secondary: 1.21 / 0.89; E2048 Simt 2.58.</a:t>
            </a:r>
          </a:p>
          <a:p>
            <a:r>
              <a:t>Sensitivity axis: stream baseline (no loop-carry, no RF residency).</a:t>
            </a:r>
          </a:p>
          <a:p>
            <a:r>
              <a:t>Code: /workspace/st_simtvf_parallel/kernels/sv1_stream_eltwise.py L29, L33-37; /workspace/st_simtvf_parallel/kernels_ptodsl/sv1d_stream_eltwise.py L51-57.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24: report "all 24 SV *d VF values reproduce the 10-07 TSV exactly and every *d kernel has exactly 1 VF row / 1 launch" (24 SV PTO-DSL tags listed PASS in the per-tag table).</a:t>
            </a:r>
          </a:p>
          <a:p>
            <a:r>
              <a:t>53.4×: SV2 R32×C128 input_stream, Simt 13,500 / PTO-DSL 253 = 53.36.</a:t>
            </a:r>
          </a:p>
          <a:p>
            <a:r>
              <a:t>3: SV5 G16 (5,506 vs 16,846 = 0.33), SV7 G64 (11,182 vs 16,592 = 0.67), SV8 G16 (28,402 vs 31,843 = 0.89).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SV2 (VF_total, Simt / SIMD (PTO-DSL) best): R32×C64 input_stream 4,941 (Simt best; fold_scale_reload 6,411) / input_stream 172 → 28.73. R32×C128 input_stream 13,500 / 253 → 53.36. R16×C64 input_keep: Simt COMPILE_FAIL (layout_inference: no available layout found) → blank; PTO-DSL 136. R16×C32 input_keep (ABI fallback) Simt 530, no PTO-DSL at C32 → blank. Wall µs secondary: 3.60/1.01, 8.49/1.34.</a:t>
            </a:r>
          </a:p>
          <a:p>
            <a:r>
              <a:t>Sensitivity axis: RF residency (scale KEEP + x STREAM) as C grows.</a:t>
            </a:r>
          </a:p>
          <a:p>
            <a:r>
              <a:t>Code: /workspace/st_simtvf_parallel/kernels/sv2_eltwise_bcast_rf.py L130-144 (input_stream arm, trimmed); /workspace/st_simtvf_parallel/kernels_ptodsl/sv2d_eltwise_bcast_rf.py L95-104 (_kernel_input_stream).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ld/st (Simt, /workspace/st_simtvf_parallel/reports/SIMT_LDST_WIDTH_20261008.md): no 128-bit UB access in any of 49 traces; widest load 64-bit (float2).</a:t>
            </a:r>
          </a:p>
          <a:p>
            <a:r>
              <a:t>SV ratios (Simt / PTO-DSL best): SV1 12.32, SV2 28.73 / 53.36, SV3 11.05 / 1.61, SV4 9.63, SV9 4.14; RF ladder SV5 G16 0.33, SV6 1.26, SV7 G64 0.67, G128 1.47, SV8 0.89.</a:t>
            </a:r>
          </a:p>
          <a:p>
            <a:r>
              <a:t>CF: CF1 K8 2.94, CF2 18.06, CF3 8.10, CF6 7.45.</a:t>
            </a:r>
          </a:p>
          <a:p>
            <a:r>
              <a:t>SP: SP1 31,424; SP2 837/2301 keep≡remat; SP3 e8m0 311; SP6d gather+vselr both PASS, ★ vselr 393/707 (~20–26× vs Simt soft LUT; appendix).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v2 method (Lok, 2026-10-08): primary metric = VF_total, the sum of cycles over every VF launch row in core0.veccore0_instr_exe.csv (Ascend950PR_9599 opsim). MTE (GM↔UB) and scalar work outside the VF are excluded on purpose (vector-part focus). Wall µs (core0.veccore0) is secondary only.</a:t>
            </a:r>
          </a:p>
          <a:p>
            <a:r>
              <a:t>Comparison: Simt T.Parallel vs SIMD (PTO-DSL) at its best schedule (lowest VF_total among PTO-DSL schedule arms at the same shape). Best schedule applies to SV only; CF and SP3 PTO-DSL have one kernel per case, matched by data, not picked.</a:t>
            </a:r>
          </a:p>
          <a:p>
            <a:r>
              <a:t>SimdVF *v is a footnote only. COMPILE_FAIL / missing twin cells stay blank.</a:t>
            </a:r>
          </a:p>
          <a:p>
            <a:r>
              <a:t>Caveat: PTO-DSL I/O is f32; several Simt kernels use fp16 A/X (same math, not always same dtype).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SV3 VL64 K16 (VF_total): M24 keep Simt 9,105 / PTO-DSL keep 824 → 11.05. M32: Simt keep 11,874, Simt split_cm16 10,384 (Simt best); PTO-DSL keep 16,230, split_cm16 6,469 (PTO-DSL best) → 1.61. Wall secondary: M24 6.79/3.14; M32 split 7.79/6.88 µs.</a:t>
            </a:r>
          </a:p>
          <a:p>
            <a:r>
              <a:t>Sensitivity axis: Acc residency (KEEP vs chunked split) — RF cliff.</a:t>
            </a:r>
          </a:p>
          <a:p>
            <a:r>
              <a:t>Caveat: PTO-DSL I/O f32, Simt A/X fp16.</a:t>
            </a:r>
          </a:p>
          <a:p>
            <a:r>
              <a:t>Code: /workspace/st_simtvf_parallel/kernels/sv3_gemv_partial_keep.py L97 (keep), L58-72 (split, trimmed); /workspace/st_simtvf_parallel/kernels_ptodsl/sv3d_gemv_partial_keep.py L70 (keep), L119-128 (split, trimmed).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SV4 E256 B8 (VF_total): Simt keep_idx 1,372, remat_idx_calc 1,156 (Simt best); SIMD (PTO-DSL) keep_idx 120 = remat_idx 120 → ratio vs Simt best 9.63 (vs keep_idx 11.43). 216 = 1,372 − 1,156 (derived). Wall secondary: 1.62 / 1.02 µs.</a:t>
            </a:r>
          </a:p>
          <a:p>
            <a:r>
              <a:t>Sensitivity axis: index residency (keep vs remat) near the RF spill cliff.</a:t>
            </a:r>
          </a:p>
          <a:p>
            <a:r>
              <a:t>Code: /workspace/st_simtvf_parallel/kernels/sv4_index_gather_psum.py L128, L134-137 (keep_idx), L70-73 (remat_idx_calc); /workspace/st_simtvf_parallel/kernels_ptodsl/sv4d_index_gather_psum.py L78-91 (trimmed).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RF spill as LDK/STK pairs (Simt, /workspace/st_simtvf_parallel/reports/SIMT_LDST_WIDTH_20261008.md): SV6 keep_in_warp 256+256, SV5 keep_in_rf 194+194, SV8 spill_dist 150+150, SV2 C128 102+102; zero in all other traces.</a:t>
            </a:r>
          </a:p>
          <a:p>
            <a:r>
              <a:t>RF ladder R64 C128 (VF_total, Simt best / SIMD (PTO-DSL) best): SV5 G16 Simt ub_stream 5,506 (keep_in_rf 10,641) / PTO-DSL ub_stream 16,846 (keep_in_rf 27,057) → 0.33, Simt wins. SV6 G32 Simt reload 20,748 (keep_in_warp 24,697) / PTO-DSL reload 16,522 (keep_in_warp 65,444) → 1.26. SV7 G64 Simt multiwarp_ub 11,182 (reload 24,339) / PTO-DSL reload 16,592 (multiwarp_ub 19,700) → 0.67, Simt wins. SV7 G128 Simt reload 24,423 (multiwarp_ub 25,948) / PTO-DSL reload 16,570 → 1.47. Wall µs secondary: SV5 4.18/13.06, SV6 12.58/11.66, SV7 G64 7.32/11.1, G128 14.58/10.79.</a:t>
            </a:r>
          </a:p>
          <a:p>
            <a:r>
              <a:t>Sensitivity axis: RF capacity vs G (keep in RF / UB stream / multi-chunk UB partials).</a:t>
            </a:r>
          </a:p>
          <a:p>
            <a:r>
              <a:t>Code: /workspace/st_simtvf_parallel/kernels/sv7_reduce_large_eltwise.py L62-68 (multiwarp_ub); /workspace/st_simtvf_parallel/kernels_ptodsl/sv7d_reduce_large.py L111-117 (reload). Same reduce structure in sv5d/sv6d (size=1 vload per element).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SV8 R64 C128 G16 (VF_total): Simt live 28,402 (best), spill_dist 30,545; SIMD (PTO-DSL) live 31,843 (best), spill_dist 33,145 → 0.89 (Simt fewer cycles). SV9 E256 K8: Simt keep 1,122 (best) = remat_idx 1,122, remat_scores 2,094; PTO-DSL remat_scores 271 (best), keep 521, remat_idx 521 → 4.14. Wall secondary: SV8 17.04/19.56; SV9 1.48/1.00 µs.</a:t>
            </a:r>
          </a:p>
          <a:p>
            <a:r>
              <a:t>Sensitivity axes: SV8 spill tax (scale live vs UB layout spill); SV9 top-k KEEP vs remat.</a:t>
            </a:r>
          </a:p>
          <a:p>
            <a:r>
              <a:t>Code: /workspace/st_simtvf_parallel/kernels/sv8_case3_bcast.py L96-102 (live); /workspace/st_simtvf_parallel/kernels/sv9_topk_e2e.py L131-142 (keep, trimmed); /workspace/st_simtvf_parallel/kernels_ptodsl/sv8d_case3_bcast.py L112-119 (live, trimmed); /workspace/st_simtvf_parallel/kernels_ptodsl/sv9d_topk_e2e.py L124-142 (remat_scores, trimmed).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CF: predicated control-flow. Primary cut CF1–CF3 + CF6; CF4 / CF5 appendix. Metric: total VF cycles; SIMD (PTO-DSL) has one kernel per case (matched by data).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CF1 E256 K8 (VF_total): Simt keep 309 / SIMD (PTO-DSL) keep 105 → 2.94. CF2 E256 K8: Simt remat+shared-kill 2,041 / PTO-DSL remat 113 → 18.06 (largest CF gap). CF1 K1: Simt 576, no CF1d K1 → blank. Wall secondary: CF1 0.97/0.90, CF2 1.95/0.90 µs.</a:t>
            </a:r>
          </a:p>
          <a:p>
            <a:r>
              <a:t>Sensitivity axis: predicate remat (KEEP vs remat + kill-in-shared).</a:t>
            </a:r>
          </a:p>
          <a:p>
            <a:r>
              <a:t>Code: /workspace/st_simtvf_parallel/kernels/cf1_pred_thresh_keep.py L37-41; /workspace/st_simtvf_parallel/kernels/cf2_remat_thresh_kill_shared.py L38-41; /workspace/st_simtvf_parallel/kernels_ptodsl/cf1d_pred_thresh_keep.py L65, L68; /workspace/st_simtvf_parallel/kernels_ptodsl/cf2d_remat_thresh_kill_shared.py L67-69.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CF3 E256 K8 (VF_total): Simt remat_idx 851 / SIMD (PTO-DSL) remat_idx 105 → 8.10. CF4 appendix: pfat5 Simt 758, pfat25 781 / PTO-DSL nested_if 70 (both) → 10.83 / 11.16. Wall secondary: CF3 1.33/0.83, CF4 1.23/0.89 µs.</a:t>
            </a:r>
          </a:p>
          <a:p>
            <a:r>
              <a:t>Sensitivity axis: index remat inside the CF predicate.</a:t>
            </a:r>
          </a:p>
          <a:p>
            <a:r>
              <a:t>Code: /workspace/st_simtvf_parallel/kernels/cf3_remat_idx.py L37-41; /workspace/st_simtvf_parallel/kernels/cf4_nested_if.py L48-54 (trimmed); /workspace/st_simtvf_parallel/kernels_ptodsl/cf3d_remat_idx.py L59, L69, L75; /workspace/st_simtvf_parallel/kernels_ptodsl/cf4d_nested_if.py L79-80.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CF6 E256 pnear5 (primary, VF_total): Simt newton 961 / SIMD (PTO-DSL) newton 129 → 7.45; pnear25 identical (961 / 129). CF5 appendix div_ulp: pnear5 657, pnear25 656 / PTO-DSL 74 → 8.88 / 8.86. Wall secondary: CF6 1.37/0.93, CF5 1.18/0.89 µs.</a:t>
            </a:r>
          </a:p>
          <a:p>
            <a:r>
              <a:t>Sensitivity axis: divergent branch (per-lane branch vs lockstep vsel).</a:t>
            </a:r>
          </a:p>
          <a:p>
            <a:r>
              <a:t>Code: /workspace/st_simtvf_parallel/kernels/cf6_newton_branch.py L39-46; /workspace/st_simtvf_parallel/kernels/cf5_div_ulp_branch.py L47, L50; /workspace/st_simtvf_parallel/kernels_ptodsl/cf6d_newton_branch.py L68-78 (trimmed, L69/71/73 comments dropped); /workspace/st_simtvf_parallel/kernels_ptodsl/cf5d_div_ulp_branch.py L73.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CF VF_total (2026-10-08 harvest): CF1 K1 576 / blank (no CF1d K1); CF1 K8 309/105 = 2.94; CF2 2,041/113 = 18.06; CF3 851/105 = 8.10; CF6 pnear5 961/129 = 7.45; appendix CF6 pnear25 961/129; CF4 pfat5 758/70 = 10.83, pfat25 781/70 = 11.16; CF5 pnear5 657/74 = 8.88, pnear25 656/74 = 8.86. Simt CF values reuse simt_simd_e2e_cf_20261007.tsv (full VF_SIMT sum); PTO-DSL re-run 10-08. CF6b/CF6bd not in this pass.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4/4: CF1 K8 2.94, CF2 18.06, CF3 8.10, CF6 pnear5 7.45 — all Simt / PTO-DSL &gt; 1.</a:t>
            </a:r>
          </a:p>
          <a:p>
            <a:r>
              <a:t>18.1×: CF2 E256 K8, Simt 2,041 / PTO-DSL 113.</a:t>
            </a:r>
          </a:p>
          <a:p>
            <a:r>
              <a:t>2.9×: CF1 E256 K8, Simt 309 / PTO-DSL 105.</a:t>
            </a:r>
          </a:p>
          <a:p>
            <a:r>
              <a:t>Appendix: CF4 10.83 / 11.16; CF5 8.88 / 8.86.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SP: access / gather-scatter / scale decode, SP1–SP6, total VF cycles. Simt: 15 tags re-harvested 2026-10-08 from the 10-07 opsim CSVs. SIMD (PTO-DSL) after 10-08 alignment fix: SP1 keep_pos 31,424 (vscatter PASS); SP2 gather/scatter twin 837 / 2,301 (4 Acc×sf/w arms PASS); SP3 fp32 349 + e8m0 311 (AntiMx VL-aligned continuous PASS). SP4 / SP5 / SP6 still no twin.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SP1 T32 K2 H128 G32 (VF_total): Simt keep_pos 19,881, remat_pos 17,290 (Simt best). SIMD (PTO-DSL) keep_pos (vscatter) 31,424 PASS → ratio vs remat_pos 0.55 (Simt fewer VF cycles; scatter-heavy twin slower). Wall secondary: Simt 12.63 / 11.19 µs; PTO-DSL 19.04 µs.</a:t>
            </a:r>
          </a:p>
          <a:p>
            <a:r>
              <a:t>Sensitivity axis: index (Pos) residency under dual live V + Sf.</a:t>
            </a:r>
          </a:p>
          <a:p>
            <a:r>
              <a:t>Code: /workspace/st_simtvf_parallel/kernels/sp1_dual_scatter_vsf.py L74-80 (remat_pos), L123-125 (keep_pos); /workspace/st_simtvf_parallel/kernels_ptodsl/sp1d_dual_scatter_keep_pos.py L119-136 (vscatter twin).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SP2 T32 K2 H128 G32 (VF_total): Simt sf0_w0+keep_acc 13,738 (best); sf0_w0+remat_acc 18,944; sf1_w1+keep_acc 23,958; sf1_w1+remat_acc 37,255; legacy sf1_w1+keep_pos 23,805 / remat_pos 21,171. SIMD (PTO-DSL) gather/scatter twin: sf0_w0 keep_acc=remat_acc 837; sf1_w1 keep_acc=remat_acc 2,301. sf0→sf1 tax survives (837→2301); Acc keep≡remat on VF (DSL remat via aligned VL UB RMW does not cliff; Simt Acc remat cliff still real). SP2 always gather/scatter. Wall secondary: Simt 9.19 / 14.88 / 22.27 / 12.08; PTO-DSL 2.02 / 2.84 µs.</a:t>
            </a:r>
          </a:p>
          <a:p>
            <a:r>
              <a:t>Code: /workspace/st_simtvf_parallel/kernels/sp2_dual_gather_wreduce.py L102-116; /workspace/st_simtvf_parallel/kernels_ptodsl/sp2d_dual_gather_wreduce.py L170-198.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SP3 M32 H128 G32 (VF_total): fp32 Simt 11,158 / SIMD (PTO-DSL) 349 → 31.97. e8m0 (A5 bit-reinterpret) Simt 11,171 / PTO-DSL 311 → 35.92. e8m0 311 &lt; fp32 349 — decode tax, not a VF cliff. API: VMI has no vmi.vldu/vstu; e8m0 fixed with VL-aligned continuous vmi.vload (AntiMx), not unaligned vldu. SP3 PTO-DSL arms are data formats, matched per arm. Wall secondary: Simt 7.45 / 7.45; PTO-DSL 1.44 / 1.39 µs.</a:t>
            </a:r>
          </a:p>
          <a:p>
            <a:r>
              <a:t>Code: /workspace/st_simtvf_parallel/kernels/sp3_sf_pack_ue8m0.py L100-104 (fp32), L75-82 (e8m0); /workspace/st_simtvf_parallel/kernels_ptodsl/sp3d_sf_pack_e8m0.py L93-102 (fp32), L160-164 (e8m0 AntiMx).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SP4 E64 H128 pad25 (VF_total): Simt 13,968; no SIMD (PTO-DSL) twin → blank. SP5 N64 H128 G32 QG32: Simt sideband 52,001 (best), interleave 54,655; no PTO-DSL twin → blank. SP5 reframe (Lok): the stream fragment is not testable; on SIMD (PTO-DSL) SP5 is plain streaming eltwise where UB bandwidth is high, so no twin is built; SP5 stays Simt-only (sideband vs interleave). Wall secondary: SP4 9.63; SP5 30.44 / 31.92 µs.</a:t>
            </a:r>
          </a:p>
          <a:p>
            <a:r>
              <a:t>Code: /workspace/st_simtvf_parallel/kernels/sp4_pad_gather.py L47-51; /workspace/st_simtvf_parallel/kernels/sp5_sideband_vs_interleave.py L79-84 (sideband, trimmed), L52-56 (interleave, trimmed).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SP6 N32 H128 G32 appendix (VF_total): Simt unpack 7,813 / unpack_sf 18,727. SIMD (PTO-DSL) soft e2m1 LUT twin: gather 534 / 826 PASS; ★ = vselr 393 / 707 → 19.88× / 26.49× vs Simt. Wall secondary: Simt 5.35 / 11.42; ★ 1.22 / 1.40 µs.</a:t>
            </a:r>
          </a:p>
          <a:p>
            <a:r>
              <a:t>Sensitivity: soft nibble + 16-entry e2m1 LUT ALU (± SF) — gather vs vselr. Not HW float4_e2m1x2 / castFp4toBf16. vselr needs VL-padded table (vselr(source, index) no mask; size=16 failed lane-count).</a:t>
            </a:r>
          </a:p>
          <a:p>
            <a:r>
              <a:t>Code: /workspace/st_simtvf_parallel/kernels/sp6_fp4_unpack.py L93-98 (unpack), L71-75 (unpack_sf); /workspace/st_simtvf_parallel/kernels_ptodsl/sp6d_fp4_unpack.py L120, L126-135 (vselr ★).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SP Simt values: VF_total re-harvested 2026-10-08 from the 2026-10-07 opsim CSVs (pto-b10). SIMD (PTO-DSL): SP1 keep_pos 31,424 (vscatter); SP2 sf0 837 / sf1 2,301 (keep≡remat on VF); SP3 fp32 349 / e8m0 311 (AntiMx VL-aligned); SP6 soft LUT gather 534/826 + ★ vselr 393/707 (commit 3828bbcf). SP4/SP5 no twin. Ratios = Simt / matched PTO-DSL arm VF.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Gap 1: SP1/SP2/SP3 PASS after align fix; SP6 soft LUT twin PASS (gather + ★ vselr, commit 3828bbcf, appendix). Remaining blanks: no twin SP4/SP5, SV1 E2048, SV2 R16×C32, CF1 K1.</a:t>
            </a:r>
          </a:p>
          <a:p>
            <a:r>
              <a:t>Gap 2: SV2 R16×C64 Simt COMPILE_FAIL; ld/st audit done.</a:t>
            </a:r>
          </a:p>
          <a:p>
            <a:r>
              <a:t>Gap 3: board .39 gold = got check still pending.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 Open SP twins are SP4 pad gather and SP5 streaming (SP6 appendix twin landed 3828bbcf ★ vselr 393/707).</a:t>
            </a:r>
          </a:p>
          <a:p>
            <a:r>
              <a:t>2: Simt narrow ld/st remains context (SIMT_LDST_WIDTH_20261008.md); not the lead next step.</a:t>
            </a:r>
          </a:p>
          <a:p>
            <a:r>
              <a:t>3: Board .39 gold = got check carried from v1.</a:t>
            </a:r>
          </a:p>
          <a:p>
            <a:r>
              <a:t>Source: /workspace/st_simtvf_parallel/reports/VF_CYCLES_SIMT_VS_DSL_BEST_20261008.md (+ .tsv)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097280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517904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1938528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2359152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2779776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3200400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41664" y="109728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41664" y="1517904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41664" y="1938528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41664" y="2359152"/>
            <a:ext cx="292608" cy="292608"/>
          </a:xfrm>
          <a:prstGeom prst="rect">
            <a:avLst/>
          </a:prstGeom>
          <a:solidFill>
            <a:srgbClr val="2DD4BF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41664" y="2779776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41664" y="320040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62288" y="109728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62288" y="1517904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62288" y="1938528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2359152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62288" y="2779776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2288" y="3200400"/>
            <a:ext cx="292608" cy="292608"/>
          </a:xfrm>
          <a:prstGeom prst="rect">
            <a:avLst/>
          </a:prstGeom>
          <a:solidFill>
            <a:srgbClr val="2DD4BF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82912" y="109728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82912" y="1517904"/>
            <a:ext cx="292608" cy="292608"/>
          </a:xfrm>
          <a:prstGeom prst="rect">
            <a:avLst/>
          </a:prstGeom>
          <a:solidFill>
            <a:srgbClr val="2DD4BF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82912" y="1938528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2359152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82912" y="2779776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82912" y="320040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03536" y="109728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03536" y="1517904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03536" y="1938528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03536" y="2359152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03536" y="2779776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03536" y="320040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4160" y="1097280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1517904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4160" y="1938528"/>
            <a:ext cx="292608" cy="292608"/>
          </a:xfrm>
          <a:prstGeom prst="rect">
            <a:avLst/>
          </a:prstGeom>
          <a:solidFill>
            <a:srgbClr val="2DD4BF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2359152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4160" y="2779776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24160" y="3200400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44784" y="109728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44784" y="1517904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44784" y="1938528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44784" y="2359152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44784" y="2779776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44784" y="320040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265408" y="109728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65408" y="1517904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265408" y="1938528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65408" y="2359152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65408" y="2779776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65408" y="320040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6032" y="109728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686032" y="1517904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686032" y="1938528"/>
            <a:ext cx="292608" cy="292608"/>
          </a:xfrm>
          <a:prstGeom prst="rect">
            <a:avLst/>
          </a:prstGeom>
          <a:solidFill>
            <a:srgbClr val="38BDF8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686032" y="2359152"/>
            <a:ext cx="292608" cy="292608"/>
          </a:xfrm>
          <a:prstGeom prst="rect">
            <a:avLst/>
          </a:prstGeom>
          <a:solidFill>
            <a:srgbClr val="2DD4BF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86032" y="2779776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86032" y="3200400"/>
            <a:ext cx="292608" cy="292608"/>
          </a:xfrm>
          <a:prstGeom prst="rect">
            <a:avLst/>
          </a:prstGeom>
          <a:solidFill>
            <a:srgbClr val="1D2D49"/>
          </a:solidFill>
          <a:ln w="6350">
            <a:solidFill>
              <a:srgbClr val="2B3F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ST SENSITIVITY SUITE · SIMT vs SIMD (PTO-DSL)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31520" y="19202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44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ST SimtVF vs SIMD (PTO-DSL) Sensitivity Suite</a:t>
            </a:r>
            <a:endParaRPr lang="en-US" sz="4400" dirty="0"/>
          </a:p>
        </p:txBody>
      </p:sp>
      <p:sp>
        <p:nvSpPr>
          <p:cNvPr id="59" name="Text 57"/>
          <p:cNvSpPr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0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 → CF → SP · total VF cycles · opsim · 2026-10-08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731520" y="43434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38BDF8">
              <a:alpha val="18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4343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SV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874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2331720" y="43434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31720" y="4343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CF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4747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3931920" y="43434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31920" y="4343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Ascend · REGRESSION-2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SUITE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Suite map: SV → CF → SP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474720" cy="37490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37360"/>
            <a:ext cx="34747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SV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Schedule · RF · remat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A3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Schedule, RF residency and remat sensitivity.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01 · SV1–SV9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338328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43400" y="1737360"/>
            <a:ext cx="3474720" cy="37490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737360"/>
            <a:ext cx="347472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CF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Predicated control-flow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A3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CF1–CF3 primary · CF6 Newton (near-0) · CF4 / CF5 appendix only.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02 · CF1–CF6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338328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38160" y="1737360"/>
            <a:ext cx="3474720" cy="37490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737360"/>
            <a:ext cx="34747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84582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Access · gather · decode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5820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A3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patterns, gather-scatter and scale decode.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03 · SP1–SP6</a:t>
            </a:r>
            <a:endParaRPr lang="en-US" sz="1200" dirty="0"/>
          </a:p>
        </p:txBody>
      </p:sp>
      <p:sp>
        <p:nvSpPr>
          <p:cNvPr id="90" name="Rule line"/>
          <p:cNvSpPr/>
          <p:nvPr/>
        </p:nvSpPr>
        <p:spPr>
          <a:xfrm>
            <a:off x="548640" y="5650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 One sensitivity axis per ST · MoE / SFA appear as remarks only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METHOD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Method: total VF cycles, Simt vs SIMD (PTO-DSL) best schedule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1672" cy="114300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011680" y="18745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Metric: total VF cycles (vector part only)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23591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Σ cycles of all VF launches · opsim Ascend950PR_9599 · wall µs secondary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91672" cy="114300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11680" y="32461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Compare: Simt T.Parallel vs SIMD (PTO-DSL), best schedule first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37307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SV: PTO-DSL best schedule · CF / SP3: one schedule per case, matched by data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114300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8056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011680" y="46177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Theory vs measured: expected cliff vs VF cycles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11680" y="51023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RF / remat / tax cliff in VF cycles · COMPILE_FAIL or missing twin stays blank</a:t>
            </a:r>
            <a:endParaRPr lang="en-US"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Footnote: SimdVF (*v) results are not compared in this deck.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SV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Schedule · RF residency · remat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0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SV1–SV9 · Simt T.Parallel vs SIMD (PTO-DSL) · total VF cycles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01 · SV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CASE · SV1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SV1 stream eltwise: 727 vs 59 VF cycles sets the Simt floor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50791" cy="4663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1463040" cy="457200"/>
          </a:xfrm>
          <a:prstGeom prst="roundRect">
            <a:avLst>
              <a:gd name="adj" fmla="val 13333"/>
            </a:avLst>
          </a:prstGeom>
          <a:solidFill>
            <a:srgbClr val="38BDF8">
              <a:alpha val="18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BASELINE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6766560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1645920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kernels/sv1_stream_eltwise.py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38528"/>
            <a:ext cx="6437376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29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with T.SimtVF(threads=threads):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33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i in T.Parallel(E):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34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t1[i] = a_ub[i]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35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t2[i] = b_ub[i]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36 </a:t>
            </a:r>
            <a:r>
              <a:rPr sz="10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t3[i] = t1[i] + t2[i]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37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c_ub[i] = t3[i]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95928"/>
            <a:ext cx="6766560" cy="2221991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4087368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kernels_ptodsl/sv1d_stream_eltwise.py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79976"/>
            <a:ext cx="6437376" cy="176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51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mask = pto.vmi.create_mask(VL, size=VL)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52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i in range(N_CHUNKS):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53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off = i * VL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54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a = pto.vmi.vload(a_ub, off, size=VL)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55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b = pto.vmi.vload(b_ub, off, size=VL)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56 </a:t>
            </a:r>
            <a:r>
              <a:rPr sz="10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c = pto.vmi.vadd(a, b, mask)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57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pto.vmi.vstore(c, c_ub, off, mask)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Axis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Stream baseline: no loop-carry, no RF residency. Per-lane ld / add / st on Simt vs 64-wide vload / vadd / vstore.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VF cycles (Simt / SIMD)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E256: 727 / 59 → 12.3×
E2048: Simt 2,625; SIMD blank (no PTO-DSL kernel at E2048)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Verdict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SIMD (PTO-DSL) uses 12.3× fewer VF cycles. Wall: 1.21 vs 0.89 µs.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COMPARE · SV2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SV2 wide-C: SIMD (PTO-DSL) lead 28.7× → 53.4× as C doubles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 · input_stream (best)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R32×C64 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4,941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</a:t>
            </a:r>
            <a:endParaRPr lang="en-US" sz="26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R32×C128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13,500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 · input_stream (best)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R32×C64 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172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28.7×</a:t>
            </a:r>
            <a:endParaRPr lang="en-US" sz="26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R32×C128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253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53.4×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kernels/sv2_eltwise_bcast_rf.py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scale = T.alloc_fragment((R, LANES), "float32")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i, lane in T.Parallel(R, LANES):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scale[i, lane] = T.max(m, T.float32(EPS))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# STREAM x from x_ub; KEEP scale in fragment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i, lane in T.Parallel(R, LANES):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s = scale[i, lane]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ch in T.serial(NCH):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j = ch * LANES + lane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out_ub[i, j] = T.Cast(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144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"float16", T.Cast("float32", x_ub[i, j]) /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R16×C64 input_keep: blank (Simt COMPILE_FAIL "no available layout found"). R16×C32 fallback 530, no PTO-DSL twin.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111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kernels_ptodsl/sv2d_eltwise_bcast_rf.py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with pto.for_(0, R, step=1) as i: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ch in range(nch):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c = pto.vmi.vload(x_ub, i * C + ch * VL, size=VL)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absv = pto.vmi.vmax(c, pto.vmi.vmul(c, neg1, mask),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scale = pto.vmi.vmax(scale, absv,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mask)  # KEEP scale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ch in range(nch):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103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c = pto.vmi.vload(x_ub, i * C + ch * VL,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size=VL)  # STREAM reload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pto.vmi.vstore(pto.vmi.vdiv(c, scale, mask),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out_ub, i * C + ch * VL, mask)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R16×C64 input_keep 136 cyc (Simt side blank). R32×C64 fold_scale_keep 172, fold_scale_reload 976.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BBF24"/>
                </a:solidFill>
                <a:latin typeface="IBM Plex Sans Condensed"/>
                <a:ea typeface="IBM Plex Sans Condensed"/>
                <a:cs typeface="IBM Plex Sans Condensed"/>
              </a:rPr>
              <a:t>Axis  </a:t>
            </a:r>
            <a:r>
              <a:rPr sz="1250" b="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RF residency vs row width C: scale KEPT in RF, x STREAMED from UB. Ratio = Simt / PTO-DSL VF cycles.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CASE · SV3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SV3 GEMV: gap closes to 1.61× at M32 (split_cm16 best)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50791" cy="4663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1600200" cy="457200"/>
          </a:xfrm>
          <a:prstGeom prst="roundRect">
            <a:avLst>
              <a:gd name="adj" fmla="val 13333"/>
            </a:avLst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03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SENSITIVE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6766560" cy="251460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1645920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kernels/sv3_gemv_partial_keep.py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38528"/>
            <a:ext cx="643737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keep: Acc[M, VL] live across K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97 </a:t>
            </a:r>
            <a:r>
              <a:rPr sz="10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acc = T.alloc_fragment((M, VL), "float32")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split_cm16 (M32 best): Acc[CM, VL] per chunk, flush per chunk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58 </a:t>
            </a:r>
            <a:r>
              <a:rPr sz="10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acc_c = T.alloc_fragment((CM, VL), "float32")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59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c in T.serial(NC):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62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k in T.serial(K):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65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xk = T.Cast("float32", x_ub[k])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67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for i, j in T.Parallel(CM, VL):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68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row = c * CM + i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71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    acc_c[i, j] = acc_c[i, j] + (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72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        T.Cast("float32", a_ub[k, row, j]) * xk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78808"/>
            <a:ext cx="6766560" cy="2039111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4270248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kernels_ptodsl/sv3d_gemv_partial_keep.py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562856"/>
            <a:ext cx="6437376" cy="1581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 (L70)  ·  split_cm16 (L119-128)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70 </a:t>
            </a:r>
            <a:r>
              <a:rPr sz="10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acc = [pto.vmi.vbrc(pto.f32(0.0), size=VL) for _ in range(M)]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119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c in range(NC):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121 </a:t>
            </a:r>
            <a:r>
              <a:rPr sz="10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acc = [pto.vmi.vbrc(pto.f32(0.0), size=VL) for _ in range(CM)]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122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k in range(K):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123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xk = pto.vmi.vbrc(pto.vmi.vload(x_ub, k, size=1), size=VL)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127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    a = pto.vmi.vload(a_ub, k * M * VL + row * VL, size=VL)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128 </a:t>
            </a:r>
            <a:r>
              <a:rPr sz="10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    acc[i] = pto.vmi.vadd(acc[i], pto.vmi.vmul(a, xk, mask), mask)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Axis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Acc residency: Acc[M,VL] KEEP across K vs CM=16 split with a flush per chunk (RF cliff as M grows).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VF cycles (Simt / SIMD)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M24 keep: 9,105 / 824 → 11.1×
M32 split_cm16: 10,384 / 6,469 → 1.61×
M32 keep: Simt 11,874 · PTO-DSL 16,230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Verdict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PTO-DSL keep falls off the RF cliff at M32; split_cm16 is best on both sides.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COMPARE · SV4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SV4 near spill: Simt remat_idx_calc 1,156 vs SIMD (PTO-DSL) 120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 · E256 B8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remat_idx_calc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1,156</a:t>
            </a:r>
            <a:r>
              <a:rPr sz="1700" b="0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 best</a:t>
            </a:r>
            <a:endParaRPr lang="en-US" sz="26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keep_idx     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1,372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 · E256 B8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keep_idx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120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9.6×</a:t>
            </a:r>
            <a:endParaRPr lang="en-US" sz="26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remat_idx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120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kernels/sv4_index_gather_psum.py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keep_idx: idxs live across B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128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idxs = T.alloc_fragment((E,), "int32")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b in T.serial(B):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i in T.Parallel(E):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acc[i] = acc[i] + a_ub[b, i] * w_ub[idxs[i]]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remat_idx_calc: recompute the index at each gather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b in T.serial(B):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i in T.Parallel(E):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73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acc[i] = acc[i] + a_ub[b, i] * w_ub[(i * 7 + 3) % 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Remat wins on Simt by 216 cycles near the spill cliff.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111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kernels_ptodsl/sv4d_index_gather_psum.py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if keep: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ix = [pto.vmi.vload(idx_ub, c * VL,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size=VL) for c in range(NCH)]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b in range(B):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if not keep: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87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ix = [pto.vmi.vload(idx_ub, c * VL,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size=VL) for c in range(NCH)]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c in range(NCH):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w = pto.vmi.vgather(w_ub, ix[c],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acc[c] = pto.vmi.vadd(acc[c], pto.vmi.vmul(a, w,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mask), mask)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keep = remat (120): NCH index vregs fit; no cliff on the SIMD side.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BBF24"/>
                </a:solidFill>
                <a:latin typeface="IBM Plex Sans Condensed"/>
                <a:ea typeface="IBM Plex Sans Condensed"/>
                <a:cs typeface="IBM Plex Sans Condensed"/>
              </a:rPr>
              <a:t>Axis  </a:t>
            </a:r>
            <a:r>
              <a:rPr sz="1250" b="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Index residency near the RF spill cliff: keep idxs live across B vs recompute / reload the index at each gather.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SV5–SV7 · RF LADDER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RF ladder: Simt uses fewer VF cycles at G16 and G64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474720" cy="224028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4747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59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6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G16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59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SV5 · R64 C128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59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Simt ub_stream    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5,506</a:t>
            </a:r>
            <a:endParaRPr lang="en-US" sz="1600" dirty="0"/>
          </a:p>
          <a:p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PTO-DSL ub_stream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16,846</a:t>
            </a:r>
          </a:p>
        </p:txBody>
      </p:sp>
      <p:sp>
        <p:nvSpPr>
          <p:cNvPr id="13" name="Text 11"/>
          <p:cNvSpPr/>
          <p:nvPr/>
        </p:nvSpPr>
        <p:spPr>
          <a:xfrm>
            <a:off x="822959" y="3456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0.33× · Simt wins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46888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474720" cy="224028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34747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6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G32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61772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SV6 · R64 C128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Simt reload       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20,748</a:t>
            </a:r>
            <a:endParaRPr lang="en-US" sz="1600" dirty="0"/>
          </a:p>
          <a:p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PTO-DSL reload   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16,522</a:t>
            </a:r>
          </a:p>
        </p:txBody>
      </p:sp>
      <p:sp>
        <p:nvSpPr>
          <p:cNvPr id="20" name="Text 18"/>
          <p:cNvSpPr/>
          <p:nvPr/>
        </p:nvSpPr>
        <p:spPr>
          <a:xfrm>
            <a:off x="4617720" y="3456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1.26×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246888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3474720" cy="224028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554480"/>
            <a:ext cx="34747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6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G64 / G128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41248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SV7 · R64 C128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1248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G64  Simt multiwarp_ub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11,182</a:t>
            </a:r>
            <a:endParaRPr lang="en-US" sz="1600" dirty="0"/>
          </a:p>
          <a:p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  PTO-DSL reload  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16,592</a:t>
            </a:r>
          </a:p>
          <a:p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G128 Simt reload      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24,423</a:t>
            </a:r>
          </a:p>
          <a:p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  PTO-DSL reload   </a:t>
            </a:r>
            <a:r>
              <a:rPr sz="105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16,570</a:t>
            </a:r>
          </a:p>
        </p:txBody>
      </p:sp>
      <p:sp>
        <p:nvSpPr>
          <p:cNvPr id="27" name="Text 25"/>
          <p:cNvSpPr/>
          <p:nvPr/>
        </p:nvSpPr>
        <p:spPr>
          <a:xfrm>
            <a:off x="8412480" y="3456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G64 0.67× · Simt wins</a:t>
            </a:r>
            <a:r>
              <a:rPr sz="115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G128 1.47×</a:t>
            </a:r>
            <a:endParaRPr lang="en-US" sz="1200" dirty="0"/>
          </a:p>
        </p:txBody>
      </p:sp>
      <p:sp>
        <p:nvSpPr>
          <p:cNvPr id="90" name="Verdict line"/>
          <p:cNvSpPr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50" b="1">
                <a:solidFill>
                  <a:srgbClr val="FBBF24"/>
                </a:solidFill>
                <a:latin typeface="IBM Plex Sans Condensed"/>
                <a:ea typeface="IBM Plex Sans Condensed"/>
                <a:cs typeface="IBM Plex Sans Condensed"/>
              </a:rPr>
              <a:t>Axis  </a:t>
            </a:r>
            <a:r>
              <a:rPr sz="1250" b="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RF capacity vs group size G: keep the group in RF, stream it from UB, or split into UB partials. The PTO-DSL twins reduce element-by-element with size=1 vloads.</a:t>
            </a:r>
            <a:endParaRPr lang="en-US" sz="1600" dirty="0"/>
          </a:p>
        </p:txBody>
      </p:sp>
      <p:sp>
        <p:nvSpPr>
          <p:cNvPr id="91" name="TextBox 90"/>
          <p:cNvSpPr txBox="1"/>
          <p:nvPr/>
        </p:nvSpPr>
        <p:spPr>
          <a:xfrm>
            <a:off x="548640" y="5605272"/>
            <a:ext cx="110916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RF spill (LDK/STK pairs)  </a:t>
            </a:r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SV6 keep_in_warp 256+256 · SV5 keep_in_rf 194+194 · SV8 spill_dist 150+150 · SV2 C128 102+102 · 0 elsewhere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3913632"/>
            <a:ext cx="5468112" cy="1664208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13232" y="4005072"/>
            <a:ext cx="5138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kernels/sv7_reduce_large_eltwise.py · multiwarp_ub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3232" y="4297680"/>
            <a:ext cx="513892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i, g in T.Parallel(R, CG):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w in T.serial(NW):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m = T.alloc_var("float32", init=0.0)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for t in T.serial(CH):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vv = T.Cast("float32", x_ub[i, g * G + w * CH + t])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m = T.max(m, T.max(vv, -vv))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68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part_ub[i, g, w] = 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72200" y="3913632"/>
            <a:ext cx="5468112" cy="1664208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336792" y="4005072"/>
            <a:ext cx="5138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kernels_ptodsl/sv7d_reduce_large.py · reload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36792" y="4297680"/>
            <a:ext cx="513892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with pto.for_(0, R, step=1) as i: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g in range(CG):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m = pto.vmi.vbrc(pto.f32(0.0), size=1)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for t in range(G):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v = pto.vmi.vload(x_ub, i * C + g * G + t, size=1)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absv = pto.vmi.vmax(v, pto.vmi.vmul(v, neg1, mask1),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    mask1)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m = pto.vmi.vmax(m, absv, mask1)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CASE · SV8–SV9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SV8–SV9: Simt wins SV8 (0.89×); SV9 top-k gap 4.1×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50791" cy="4663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1051560" cy="457200"/>
          </a:xfrm>
          <a:prstGeom prst="roundRect">
            <a:avLst>
              <a:gd name="adj" fmla="val 13333"/>
            </a:avLst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03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SPLIT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6766560" cy="22402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1645920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kernels/sv8_case3_bcast.py · kernels/sv9_topk_e2e.py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38528"/>
            <a:ext cx="6437376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sv8 live (best): sf_inv stays in RF for the consumer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96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i, g in T.Parallel(R, CG):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98 </a:t>
            </a:r>
            <a:r>
              <a:rPr sz="9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s = sf_inv[i, g]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99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t in T.serial(G):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101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out_ub[i, j] = T.Cast(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102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"float16", T.Cast("float32", x_ub[i, j]) * 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sv9 keep (best): scores + idxs KEEP, kill in RF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131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k in T.serial(num_topk):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132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T.reduce_max(scores, amax)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138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T.reduce_min(idx_cand, best)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140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i in T.Parallel(num_experts):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141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if idxs[i] == best[0]: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142 </a:t>
            </a:r>
            <a:r>
              <a:rPr sz="9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scores[i] = NEG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04488"/>
            <a:ext cx="6766560" cy="2313431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995928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kernels_ptodsl/sv8d_case3_bcast.py · sv9d_topk_e2e.py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88536"/>
            <a:ext cx="6437376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sv8d live (best)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112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with pto.for_(0, R, step=1) as i: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113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sf = _reduce_sf_row(x_ub, i, C, G, CG, mask1, neg1)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114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ch in range(NCH):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117 </a:t>
            </a:r>
            <a:r>
              <a:rPr sz="9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sc = _expand_scale_vl(chunk, scratch_ub, arange, mask_vl, G)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119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pto.vmi.vstore(pto.vmi.vmul(x, sc, mask_vl), out_ub, i * C + ch * VL, mask_vl)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sv9d remat_scores (best): reload scores from UB each k, kill in UB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124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k in range(K):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125 </a:t>
            </a:r>
            <a:r>
              <a:rPr sz="90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s0 = pto.vmi.vload(scores_ub, 0 * VL, size=VL)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131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top_s = pto.vmi.vcmax(pto.vmi.vmax(m01, m23, mask), mask)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142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pto.vmi.vstore(pto.vmi.vsel(pto.vmi.vcmp(i0, win_b, mask, "eq"), neg_inf, s0),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0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scores_ub, 0 * VL, mask)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Axis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SV8: scale live in RF vs spilled to a UB layout buffer (spill tax). SV9: top-k scores KEEP in RF vs remat from UB each k.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VF cycles (Simt / SIMD)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SV8 G16 live: 28,402 / 31,843 → 0.89× (Simt wins)
SV9 K8: Simt keep 1,122 / PTO-DSL remat_scores 271 → 4.1×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Verdict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SV8 is an RF-ladder win for Simt. SV9 remat_scores is PTO-DSL best but Simt worst (2,094).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SV · VF-CYCLE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 in VF cycles: Simt T.Parallel vs SIMD (PTO-DSL) best schedule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3767328"/>
        </p:xfrm>
        <a:graphic>
          <a:graphicData uri="http://schemas.openxmlformats.org/drawingml/2006/table">
            <a:tbl>
              <a:tblPr/>
              <a:tblGrid>
                <a:gridCol w="640080"/>
                <a:gridCol w="1280160"/>
                <a:gridCol w="2057400"/>
                <a:gridCol w="960120"/>
                <a:gridCol w="1783080"/>
                <a:gridCol w="1005840"/>
                <a:gridCol w="1143000"/>
                <a:gridCol w="1097280"/>
                <a:gridCol w="1097280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Case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Shape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arm (best)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VF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SIMD (PTO-DSL) arm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PTO-DSL VF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/ PTO-DSL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µs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PTO-DSL µs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SV1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727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12.3×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1.21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0.89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SV1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E2048 ¹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2,625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2.58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R16×C64 ²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input_keep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input_keep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136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0.92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R16×C32 ¹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input_keep (fallback)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530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1.16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R32×C64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input_stream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4,941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input_stream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172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28.7×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3.60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1.01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R32×C128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input_stream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13,500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input_stream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253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53.4×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8.49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1.34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SV3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M24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9,105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824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11.1×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6.79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3.14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SV3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M32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split_cm16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10,384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split_cm16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6,469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1.61×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7.79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6.88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SV4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B8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remat_idx_calc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1,156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keep_idx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120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9.6×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1.62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1.02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SV5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G16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ub_stream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5,506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ub_stream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16,846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0.33×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4.18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13.06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SV6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G32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reload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20,748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reload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16,522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1.26×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12.58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11.66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SV7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G64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multiwarp_ub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11,182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reload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16,592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0.67×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7.32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11.10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SV7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G128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reload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24,423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reload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16,570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1.47×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14.58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10.79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SV8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G16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live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28,402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live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31,843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0.89×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17.04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19.56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SV9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K8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1,122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remat_scores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271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4.1×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1.48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1.00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VF = total VF cycles (primary); µs = wall (secondary). Ratio &gt; 1: SIMD (PTO-DSL) uses fewer VF cycles; </a:t>
            </a:r>
            <a:r>
              <a:rPr sz="1050" b="0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green &lt; 1: Simt uses fewer</a:t>
            </a:r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. SV5–SV8 are R64 C128.</a:t>
            </a:r>
            <a:endParaRPr lang="en-US" sz="1300" dirty="0"/>
          </a:p>
          <a:p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Blank: ¹ no SIMD (PTO-DSL) kernel at E2048 / C32 · ² Simt COMPILE_FAIL "no available layout found". Ratios vs Simt best arm.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SV ·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 at a glance: SIMD (PTO-DSL) leads except on the RF ladder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474720" cy="32918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047488"/>
            <a:ext cx="347472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0" b="1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24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SIMD (PTO-DSL) SV tags PASS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re-run 10-08 · all reproduce 10-07 VF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474720" cy="32918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5047488"/>
            <a:ext cx="34747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53.4×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largest SIMD (PTO-DSL) lead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4340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SV2 R32×C128: 13,500 vs 253 VF cyc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474720" cy="32918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5047488"/>
            <a:ext cx="34747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3</a:t>
            </a:r>
            <a:endParaRPr lang="en-US" sz="9600" dirty="0"/>
          </a:p>
        </p:txBody>
      </p:sp>
      <p:sp>
        <p:nvSpPr>
          <p:cNvPr id="21" name="Text 19"/>
          <p:cNvSpPr/>
          <p:nvPr/>
        </p:nvSpPr>
        <p:spPr>
          <a:xfrm>
            <a:off x="813816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RF-ladder points Simt wins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3816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SV5 G16 0.33× · SV7 G64 0.67× · SV8 0.89×</a:t>
            </a:r>
            <a:endParaRPr lang="en-US" sz="1400" dirty="0"/>
          </a:p>
        </p:txBody>
      </p:sp>
      <p:sp>
        <p:nvSpPr>
          <p:cNvPr id="91" name="Count meaning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4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Counts are tags or shape points, not a pass rate. 24 = SIMD (PTO-DSL) SV tags re-run 2026-10-08 (all PASS, 1 VF launch each). 3 = SV5–SV8 points with Simt / PTO-DSL &lt; 1.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CF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Predicated control-flow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3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CF1–CF3 + CF6 primary · CF4 / CF5 appendix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02 · CF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COMPARE · CF1–CF2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CF1 → CF2: predicate remat opens the 18.1×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 · E256 K8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CF1 keep        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309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</a:t>
            </a:r>
            <a:endParaRPr lang="en-US" sz="22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CF2 remat+kill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2,041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 · E256 K8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CF1 keep 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105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2.9×</a:t>
            </a:r>
            <a:endParaRPr lang="en-US" sz="22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CF2 remat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113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18.1×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kernels/cf1_… · kernels/cf2_…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cf1_pred_thresh_keep.py: scores KEEP in RF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k in T.serial(K):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i in T.Parallel(E):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if scores[i] &gt; thr: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41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scores[i] = NEG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cf2_remat_thresh_kill_shared.py: remat + kill into shared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38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scores[i] = s[i]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i in T.Parallel(E):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if scores[i] &gt; thr: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41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s[i] = NEG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CF1 K1: Simt 576 cyc; SIMD (PTO-DSL) blank (no CF1 K1 kernel).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111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kernels_ptodsl/cf1d_… · cf2d_…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cf1d: KEEP s0..s3 across K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k in range(K):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68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s0 = pto.vmi.vsel(pto.vmi.vcmp(s0, thr_b, mask, "gt"),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neg_inf, s0)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cf2d: remat from UB, kill in shared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67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s = pto.vmi.vload(scores_ub, off, size=VL)  # remat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s = pto.vmi.vsel(pto.vmi.vcmp(s, thr_b, mask,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"gt"), neg_inf, s)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69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pto.vmi.vstore(s, scores_ub, off,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mask)  # kill-in-shared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One kernel per case (matched by data, not a schedule pick).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BBF24"/>
                </a:solidFill>
                <a:latin typeface="IBM Plex Sans Condensed"/>
                <a:ea typeface="IBM Plex Sans Condensed"/>
                <a:cs typeface="IBM Plex Sans Condensed"/>
              </a:rPr>
              <a:t>Axis  </a:t>
            </a:r>
            <a:r>
              <a:rPr sz="1250" b="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Predicate remat: scores KEEP in RF under the if (CF1) vs reloaded from shared and killed into shared each k (CF2).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CASE · CF3 (+ CF4 appendix)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CF3 remat_idx: index remat in the predicate costs Simt 8.1×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50791" cy="4663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1600200" cy="457200"/>
          </a:xfrm>
          <a:prstGeom prst="roundRect">
            <a:avLst>
              <a:gd name="adj" fmla="val 13333"/>
            </a:avLst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03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SIMD WINS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6766560" cy="237744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1645920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kernels/cf3_remat_idx.py · kernels/cf4_nested_if.py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38528"/>
            <a:ext cx="643737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cf3 remat_idx: lane index i used directly in the predicate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k in T.serial(K):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v = vic_ub[k]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i in T.Parallel(E):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if i == v:  # remat index at use — no idxs KEEP buffer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scores[i] = NEG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cf4 nested if (appendix)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if x[i] &gt; hi: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if x[i] &lt; lo: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54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y[i] = x[i] * sc_ub[i]  # fat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41648"/>
            <a:ext cx="6766560" cy="2176271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4133087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kernels_ptodsl/cf3d_remat_idx.py · cf4d_nested_if.py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25696"/>
            <a:ext cx="6437376" cy="1719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cf3d: rebuild i with vci + vadd, select with vcmp/vsel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arange = pto.vmi.vci(pto.i32(0), size=VL)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69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i0 = pto.vmi.vadd(pto.vmi.vbrc(pto.i32(0 * VL), size=VL), arange,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s0 = pto.vmi.vsel(pto.vmi.vcmp(i0, v_b, mask, "eq"), neg_inf, s0)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cf4d (appendix): nested vsel, lockstep pays the fat path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mid = pto.vmi.vsel(pto.vmi.vcmp(x, lo_b, mask, "lt"), lo_b, fat)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y = pto.vmi.vsel(pto.vmi.vcmp(x, hi_b, mask, "gt"), hi_b, mid)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Axis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Index remat inside the predicate: lane index rebuilt at use, no idxs KEEP buffer (RF pressure from KEEP idxs is SV4).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VF cycles (Simt / SIMD)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CF3 K8: 851 / 105 → 8.1×
CF4 (A) pfat5 / pfat25: 758 / 781 vs 70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Verdict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SIMD (PTO-DSL) uses 8.1× fewer VF cycles; CF4 fat-path skew barely moves Simt.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COMPARE · CF5–CF6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CF5 → CF6: lockstep vsel beats per-lane branching 7.5×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 · E256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CF6 newton pnear5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961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</a:t>
            </a:r>
            <a:endParaRPr lang="en-US" sz="22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CF5 div (A) pnear5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657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 · E256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CF6 newton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129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7.5×</a:t>
            </a:r>
            <a:endParaRPr lang="en-US" sz="22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CF5 div (A)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74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cyc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8.9×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kernels/cf6_newton_branch.py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cf6 newton (primary): per-lane branch, Newton in the else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39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ax = T.max(x[i], -x[i])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if ax &lt; eps: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y[i] = T.float32(0.0)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y[i] = T.float32(1.0) / x[i]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_t in T.serial(n_fast):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y[i] = y[i] * (T.float32(2.0) - x[i] * y[i])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cf5_div_ulp_branch.py (appendix)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47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if ax &lt; eps: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y[i] = a[i] / b[i]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pnear 5% → 25% is flat: CF6 961 / 961, CF5 657 / 656.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111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kernels_ptodsl/cf6d_newton_branch.py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cf6d: both paths lockstep, select at the end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68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near = pto.vmi.vcmp(ax, eps_v, mask, "lt")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safe_x = pto.vmi.vsel(near, one, x)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y = pto.vmi.vdiv(one, safe_x,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_t in range(N_FAST):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xy = pto.vmi.vmul(safe_x, y,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two_m_xy = pto.vmi.vsub(two, xy,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y = pto.vmi.vmul(y, two_m_xy,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78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y = pto.vmi.vsel(near, zero, y)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cf5d_div_ulp_branch.py (appendix)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73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y = pto.vmi.vsel(near, zero, quot)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pnear5 = pnear25 on SIMD (129 / 74): data skew, one kernel.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BBF24"/>
                </a:solidFill>
                <a:latin typeface="IBM Plex Sans Condensed"/>
                <a:ea typeface="IBM Plex Sans Condensed"/>
                <a:cs typeface="IBM Plex Sans Condensed"/>
              </a:rPr>
              <a:t>Axis  </a:t>
            </a:r>
            <a:r>
              <a:rPr sz="1250" b="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Divergent branch: near-0 guard + Newton recip. Simt branches per lane; SIMD (PTO-DSL) runs both paths and selects.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CF · VF-CYCLE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CF in VF cycles: SIMD (PTO-DSL) leads every primary case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154680"/>
        </p:xfrm>
        <a:graphic>
          <a:graphicData uri="http://schemas.openxmlformats.org/drawingml/2006/table">
            <a:tbl>
              <a:tblPr/>
              <a:tblGrid>
                <a:gridCol w="868680"/>
                <a:gridCol w="1417320"/>
                <a:gridCol w="1920240"/>
                <a:gridCol w="914400"/>
                <a:gridCol w="1600200"/>
                <a:gridCol w="1051560"/>
                <a:gridCol w="1188720"/>
                <a:gridCol w="1051560"/>
                <a:gridCol w="10515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Case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Shape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arm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VF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SIMD (PTO-DSL) kernel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PTO-DSL VF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/ PTO-DSL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µs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PTO-DSL µs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CF1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K1 ¹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576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1.15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CF1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K8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309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105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2.9×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0.97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0.90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CF2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K8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remat+shared-kill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2,041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remat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113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18.1×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1.95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0.90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CF3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K8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remat_idx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851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remat_idx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105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8.1×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1.33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0.83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CF6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pnear5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newton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961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newton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129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7.5×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1.37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0.93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CF6 (A)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pnear25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newton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961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newton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129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7.5×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1.37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0.93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CF4 (A)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pfat5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nested_if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758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nested_if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70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10.8×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1.23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0.89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CF4 (A)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pfat25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nested_if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781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nested_if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70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11.2×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1.25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0.89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CF5 (A)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pnear5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div_ulp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657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div_ulp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74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8.9×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1.18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0.89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CF5 (A)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E256 pnear25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div_ulp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656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div_ulp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74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8.9×</a:t>
                      </a:r>
                      <a:endParaRPr lang="en-US" sz="110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1.18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0.89</a:t>
                      </a:r>
                      <a:endParaRPr lang="en-US" sz="110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(A) appendix. One SIMD (PTO-DSL) kernel per case: pnear / pfat are data skew, so the column is the matched-data kernel, not a best-schedule pick.</a:t>
            </a:r>
            <a:endParaRPr lang="en-US" sz="1300" dirty="0"/>
          </a:p>
          <a:p>
            <a:r>
              <a:rPr sz="10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Blank: ¹ no SIMD (PTO-DSL) CF1 K1 kernel. VF = total VF cycles (primary); µs = wall (secondary).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CF ·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CF at a glance: SIMD (PTO-DSL) leads all four primary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474720" cy="32918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5047488"/>
            <a:ext cx="347472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4/4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primary cases SIMD leads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CF1 K8 · CF2 · CF3 · CF6 pnear5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474720" cy="32918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43400" y="5047488"/>
            <a:ext cx="34747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4340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18.1×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largest: predicate remat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4340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CF2 K8: Simt 2,041 vs 113 VF cyc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474720" cy="32918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38160" y="5047488"/>
            <a:ext cx="347472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3816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2.9×</a:t>
            </a:r>
            <a:endParaRPr lang="en-US" sz="9600" dirty="0"/>
          </a:p>
        </p:txBody>
      </p:sp>
      <p:sp>
        <p:nvSpPr>
          <p:cNvPr id="21" name="Text 19"/>
          <p:cNvSpPr/>
          <p:nvPr/>
        </p:nvSpPr>
        <p:spPr>
          <a:xfrm>
            <a:off x="813816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smallest: scores KEEP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3816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CF1 K8: Simt 309 vs 105 VF cyc</a:t>
            </a:r>
            <a:endParaRPr lang="en-US" sz="1400" dirty="0"/>
          </a:p>
        </p:txBody>
      </p:sp>
      <p:sp>
        <p:nvSpPr>
          <p:cNvPr id="91" name="Count meaning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4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Counts are cases in the primary cut (CF1 K8, CF2, CF3, CF6 pnear5), not a pass rate. Appendix CF4 / CF5: 10.8–11.2× / 8.9×. One SIMD (PTO-DSL) kernel per case.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Access · gather-scatter · scale decode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0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SP1–SP6 · Simt VF cycles · SIMD (PTO-DSL) twins: SP1–SP6 (42/42)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03 · SP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COMPARE · SP1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SP1: Simt remat_pos 17,290; SIMD keep_pos 31,424 (slower)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 · T32 K2 H128 G32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remat_pos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17,290</a:t>
            </a:r>
            <a:r>
              <a:rPr sz="1700" b="0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 best</a:t>
            </a:r>
            <a:endParaRPr lang="en-US" sz="24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keep_pos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19,881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 · keep_pos (vscatter)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keep_pos  </a:t>
            </a:r>
            <a:r>
              <a:rPr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31,424</a:t>
            </a:r>
            <a:r>
              <a:rPr sz="1700" b="0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 PASS</a:t>
            </a:r>
            <a:endParaRPr lang="en-US" sz="2400" dirty="0"/>
          </a:p>
          <a:p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ratio vs remat_pos  </a:t>
            </a:r>
            <a:r>
              <a:rPr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0.55</a:t>
            </a:r>
            <a:r>
              <a:rPr sz="17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(Simt wins)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kernels/sp1_dual_scatter_vsf.py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remat_pos: Pos reloaded at each k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k in T.serial(K):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pos = pos_ub[t, k]  # remat each k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if pos &gt;= 0: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for j in T.Parallel(H):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vexp_ub[pos, j] = v_frag[j]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for j in T.Parallel(Hs):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    sfexp_ub[pos, j] = sf_frag[j]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keep_pos: row snapshot in shared pos_row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123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pos_row[k] = pos_ub[t, k]  # snapshot once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pos = pos_row[k]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Fragment Pos KEEP failed layout at H128, so keep_pos snapshots into shared.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111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kernels_ptodsl/sp1d_dual_scatter_keep_pos.py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119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k in range(K):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pos_v = pto.vmi.vload(pos_row, k * VL, size=1)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pos_b = pto.vmi.vbrc(pos_v, size=VL)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with pto.for_(0, Eexp, step=1) as p: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124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hit = pto.vmi.vcmps(pos_b, p_i32, mask_h, "eq")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129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pto.vmi.vstore(pto.vmi.vsel(hit, v0, old0),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vexp_ub, base_v, mask_h)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134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old_s = pto.vmi.vgather(sfexp_ub, offs_sf, mask_hs)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pto.vmi.vscatter(pto.vmi.vsel(hit_hs, sf_frag,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old_s), sfexp_ub, offs_sf, mask_hs)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31,424 &gt; Simt: scatter-heavy twin slower on VF. Align fix: vscatter Sf.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BBF24"/>
                </a:solidFill>
                <a:latin typeface="IBM Plex Sans Condensed"/>
                <a:ea typeface="IBM Plex Sans Condensed"/>
                <a:cs typeface="IBM Plex Sans Condensed"/>
              </a:rPr>
              <a:t>Axis  </a:t>
            </a:r>
            <a:r>
              <a:rPr sz="1250" b="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Index residency under dual live (V, Sf): Pos snapshot (keep_pos) vs Pos reloaded at each k (remat_pos), two indexed stores per 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CASE · SP2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SP2: Simt cliffs hold; SIMD twin 837 / 2,301 (keep≡remat)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21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50791" cy="4663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3182112" cy="457200"/>
          </a:xfrm>
          <a:prstGeom prst="roundRect">
            <a:avLst>
              <a:gd name="adj" fmla="val 13333"/>
            </a:avLst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0312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SIMT CLIFF / SIMD FLAT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6766560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1645920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kernels/sp2_dual_gather_wreduce.py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38528"/>
            <a:ext cx="6437376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T.Parallel + remat_acc UB RMW · 13,738 / 23,958 / 37,255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if with_w: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wk = w_ub[t, k]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104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if remat_acc: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j in T.Parallel(H):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if with_sf: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109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    s = wk * sf_full[pos, j]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acc_ub[j] = acc_ub[j] + v_ub[pos, j] * 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116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acc[j] = acc[j] + v_ub[pos, j] *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95928"/>
            <a:ext cx="6766560" cy="2221991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4087368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kernels_ptodsl/sp2d_dual_gather_wreduce.py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79976"/>
            <a:ext cx="6437376" cy="176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vgather / vscatter · sf0 837 / sf1 2,301 (keep≡remat)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170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v0 = pto.vmi.vgather(vexp_ub, offs0,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171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v1 = pto.vmi.vgather(vexp_ub, offs1,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173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if with_sf: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174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s0 = pto.vmi.vgather(sf_full, offs0,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182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if remat_acc:  # =keep on VF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183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old0 = pto.vmi.vload(acc_ub, 0 * VL, size=VL)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185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pto.vmi.vstore(pto.vmi.vadd(old0, term0, mask), acc_ub, 0,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198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pto.vmi.vscatter(a0, out_ub, outs0, mask)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Axis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Acc KEEP vs remat under indexed gather→reduce; under KEEP, sf0_w0 vs sf1_w1 tax.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VF cycles (Simt / SIMD ★)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Simt cliffs: sf0_w0+keep_acc 13,738; sf1_w1+keep_acc 23,958; sf1_w1+remat_acc 37,255.
SIMD ★: sf0 837 / sf1 2,301; Acc keep≡remat on VF.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Verdict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Simt Acc remat cliff still real. SIMD (PTO-DSL): sf tax survives (837→2,301); Acc cliff gone (keep≡remat). Always gather/scatter.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CASE · SP3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SP3 e8m0: Simt ≈ free; SIMD 311 / fp32 349 (decode tax, not cliff)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50791" cy="4663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2148840" cy="457200"/>
          </a:xfrm>
          <a:prstGeom prst="roundRect">
            <a:avLst>
              <a:gd name="adj" fmla="val 13333"/>
            </a:avLst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DECODE ≈ FREE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6766560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1645920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kernels/sp3_sf_pack_ue8m0.py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38528"/>
            <a:ext cx="6437376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fp32 SF sideband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m, g in T.Parallel(M, Hs):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101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s = sf_ub[m, g]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tt in T.serial(G):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out_ub[m, j] = v_ub[m, j] * 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e8m0: A5 bit-reinterpret, no LUT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75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m, g in T.Parallel(M, Hs):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e = T.Cast("uint32", sf_ub[m, g])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77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bits = e &lt;&lt; 23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79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s = T.reinterpret(bits, "float32")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80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tt in T.serial(G):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82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out_ub[m, j] = v_ub[m, j] *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95928"/>
            <a:ext cx="6766560" cy="2221991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4087368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kernels_ptodsl/sp3d_sf_pack_e8m0.py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79976"/>
            <a:ext cx="6437376" cy="176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fp32 (349 cyc)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with pto.for_(0, M, step=1) as m: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g in range(Hs):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96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s1 = pto.vmi.vload(sf_ub, m * Hs + g, size=1)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s_brc = pto.vmi.vbrc(s1, size=VL)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102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o = pto.vmi.vmul(v, s_brc, mask_g)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e8m0 (311 cyc): AntiMx VL-aligned continuous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160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e_u8 = pto.vmi.vload(sf_u8, off, size=VL)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161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e_u32 = pto.vmi.vcvt(e_u8, pto.ui32)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163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e_shl = pto.vmi.vshl(e_u32, 23, mask_64)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164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scale_f = pto.vmi.vinterpret_cast(e_shl, pto.f32)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Axis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Scale-decode ALU: fp32 SF sideband vs packed e8m0 decoded by bit-reinterpret (ui8 → u32 &lt;&lt; 23 → f32).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VF cycles (Simt / SIMD)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fp32: 11,158 / 349 → 32×
e8m0: 11,171 / 311 → 36× (311 &lt; 349)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Verdict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e8m0 +13 VF on Simt. SIMD decode tax, not a cliff. VMI: no vmi.vldu/vstu — e8m0 uses VL-aligned continuous vmi.vload (AntiMx).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COMPARE · SP4–SP5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SP4 mask 52.7×; SP5 sideband ★ 89.2× — SIMD (PTO-DSL) twins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SP4 · pad gather · E64 H128 pad25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17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Simt early-skip  </a:t>
            </a:r>
            <a:r>
              <a:rPr lang="en-US" dirty="0"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13,968</a:t>
            </a:r>
            <a:endParaRPr lang="en-US" dirty="0"/>
          </a:p>
          <a:p>
            <a:pPr indent="0" marL="0">
              <a:buNone/>
            </a:pPr>
            <a:r>
              <a:rPr lang="en-US" dirty="0" sz="17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SIMD mask        </a:t>
            </a:r>
            <a:r>
              <a:rPr lang="en-US" dirty="0" sz="17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265</a:t>
            </a:r>
            <a:r>
              <a:rPr lang="en-US" dirty="0" sz="17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</a:t>
            </a:r>
            <a:r>
              <a:rPr lang="en-US" dirty="0" sz="17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52.7×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422392" cy="4251960"/>
          </a:xfrm>
          <a:prstGeom prst="rect">
            <a:avLst/>
          </a:prstGeom>
          <a:solidFill>
            <a:srgbClr val="16233A"/>
          </a:solidFill>
          <a:ln w="15875">
            <a:solidFill>
              <a:srgbClr val="2B3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64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SP5 · sideband vs interleave · N64 QG32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4965192" cy="8686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16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sideband   </a:t>
            </a:r>
            <a:r>
              <a:rPr lang="en-US" dirty="0" sz="16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52,001</a:t>
            </a:r>
            <a:r>
              <a:rPr lang="en-US" dirty="0" sz="16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→ </a:t>
            </a:r>
            <a:r>
              <a:rPr lang="en-US" dirty="0" sz="16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583</a:t>
            </a:r>
            <a:r>
              <a:rPr lang="en-US" dirty="0" sz="16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</a:t>
            </a:r>
            <a:r>
              <a:rPr lang="en-US" dirty="0" sz="16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89.2×</a:t>
            </a:r>
            <a:r>
              <a:rPr lang="en-US" dirty="0" sz="1600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 ★</a:t>
            </a:r>
            <a:endParaRPr lang="en-US" dirty="0"/>
          </a:p>
          <a:p>
            <a:pPr indent="0" marL="0">
              <a:buNone/>
            </a:pPr>
            <a:r>
              <a:rPr lang="en-US" dirty="0" sz="16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interleave </a:t>
            </a:r>
            <a:r>
              <a:rPr lang="en-US" dirty="0" sz="16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54,655</a:t>
            </a:r>
            <a:r>
              <a:rPr lang="en-US" dirty="0" sz="16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→ </a:t>
            </a:r>
            <a:r>
              <a:rPr lang="en-US" dirty="0" sz="1600" b="1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699</a:t>
            </a:r>
            <a:r>
              <a:rPr lang="en-US" dirty="0" sz="16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</a:t>
            </a:r>
            <a:r>
              <a:rPr lang="en-US" dirty="0" sz="16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78.2×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7724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dirty="0"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+ SIMD (PTO-DSL)</a:t>
            </a:r>
            <a:r>
              <a:rPr lang="en-US" dirty="0" sz="95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sp4_pad_gather · sp4d_pad_gather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4183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 sz="9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Simt early-skip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47 </a:t>
            </a:r>
            <a:r>
              <a:rPr lang="en-US" dirty="0" sz="95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p, j in T.Parallel(Eexp, H):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48 </a:t>
            </a:r>
            <a:r>
              <a:rPr lang="en-US" dirty="0" sz="95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if exp_ub[p] &gt;= 0: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49 </a:t>
            </a:r>
            <a:r>
              <a:rPr lang="en-US" dirty="0" sz="95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    out_ub[p, j] = buf_ub[p, j]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51 </a:t>
            </a:r>
            <a:r>
              <a:rPr lang="en-US" dirty="0" sz="95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out_ub[p, j] = T.float32(0.0)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0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mask  kernels_ptodsl/sp4d_pad_gather.py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92 </a:t>
            </a:r>
            <a:r>
              <a:rPr lang="en-US" dirty="0" sz="95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with pto.for_(0, eexp, step=1) as p: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94 </a:t>
            </a:r>
            <a:r>
              <a:rPr lang="en-US" dirty="0" sz="95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live = pto.vmi.vcmp(expert_b, neg1, mask, "gt")</a:t>
            </a:r>
            <a:endParaRPr lang="en-US" dirty="0"/>
          </a:p>
          <a:p>
            <a:pPr algn="l">
              <a:lnSpc>
                <a:spcPct val="100000"/>
              </a:lnSpc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97 </a:t>
            </a:r>
            <a:r>
              <a:rPr lang="en-US" dirty="0" sz="95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pto.vmi.vstore(pto.vmi.vsel(live, v0, zero), …)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dirty="0" sz="115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Axis: pad gather early-skip vs full-lane vsel mask (25% holes).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4965192" cy="233172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1112" y="310896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dirty="0"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+ SIMD (PTO-DSL)</a:t>
            </a:r>
            <a:r>
              <a:rPr lang="en-US" dirty="0" sz="95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sp5_… · sp5d_sideband_vs_interleave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611112" y="3401568"/>
            <a:ext cx="463600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sideband ★: two gathers (V, Sf)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lang="en-US" dirty="0" sz="95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v = pto.vmi.vgather(v_ub, v_offs, mask)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lang="en-US" dirty="0" sz="95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s = pto.vmi.vgather(sf_ub, sf_offs, mask)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lang="en-US" dirty="0" sz="95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y = pto.vmi.vmul(v, s, mask)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interleave: one Pack gather, then split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lang="en-US" dirty="0" sz="95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sf = pto.vmi.vgather(pack_ub, sf_offs, mask_hs)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5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lang="en-US" dirty="0" sz="95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v  = pto.vmi.vgather(pack_ub, v_offs, mask)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dirty="0" sz="900">
                <a:solidFill>
                  <a:srgbClr val="2DD4BF"/>
                </a:solidFill>
                <a:latin typeface="IBM Plex Sans"/>
                <a:ea typeface="IBM Plex Sans"/>
                <a:cs typeface="IBM Plex Sans"/>
              </a:rPr>
              <a:t>SIMD VF ★ sideband 583 @ 1.87 µs; interleave 699 @ 1.94 µs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446520" y="53949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dirty="0" sz="115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★ best SIMD = sideband (2 gathers). Interleave = 1 Pack gather.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lang="en-US" dirty="0" sz="1250" b="1">
                <a:solidFill>
                  <a:srgbClr val="FBBF24"/>
                </a:solidFill>
                <a:latin typeface="IBM Plex Sans Condensed"/>
                <a:ea typeface="IBM Plex Sans Condensed"/>
                <a:cs typeface="IBM Plex Sans Condensed"/>
              </a:rPr>
              <a:t>Axis  </a:t>
            </a:r>
            <a:r>
              <a:rPr lang="en-US" dirty="0" sz="125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SP4: pad gather early-skip vs full-lane mask. SP5: sideband (2 gathers) vs interleave (1 Pack gather).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CASE · SP6 (APPENDIX)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SP6 soft LUT: SIMD ★ vselr 393 vs Simt 7,813 VF (~20×)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50791" cy="4663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1188719" cy="457200"/>
          </a:xfrm>
          <a:prstGeom prst="roundRect">
            <a:avLst>
              <a:gd name="adj" fmla="val 13333"/>
            </a:avLst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03120"/>
            <a:ext cx="1188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1">
                <a:solidFill>
                  <a:srgbClr val="34D399"/>
                </a:solidFill>
                <a:latin typeface="IBM Plex Mono"/>
                <a:ea typeface="IBM Plex Mono"/>
                <a:cs typeface="IBM Plex Mono"/>
              </a:rPr>
              <a:t>SIMD ★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6766560" cy="2240280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1645920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IBM Plex Mono"/>
                <a:ea typeface="IBM Plex Mono"/>
                <a:cs typeface="IBM Plex Mono"/>
              </a:rPr>
              <a:t>Simt T.Parallel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kernels/sp6_fp4_unpack.py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38528"/>
            <a:ext cx="6437376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unpack (7,813 cyc): soft 4-bit LUT decode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n, b in T.Parallel(N, Hbytes):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94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byte = T.Cast("int32", v_ub[n, b])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lo = byte &amp; 0x0F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96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hi = (byte &gt;&gt; 4) &amp; 0x0F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97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out_ub[n, b * 2] = lut_ub[lo]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98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out_ub[n, b * 2 + 1] = lut_ub[hi]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unpack_sf (18,727 cyc): same + × Sf[j // G]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71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for n, g in T.Parallel(N, Hs):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72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s = sf_ub[n, g]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73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    for tt in T.serial(G):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 75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        out_ub[n, j] = out_ub[n, j] *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04488"/>
            <a:ext cx="6766560" cy="2313431"/>
          </a:xfrm>
          <a:prstGeom prst="rect">
            <a:avLst/>
          </a:prstGeom>
          <a:solidFill>
            <a:srgbClr val="0A111D"/>
          </a:solidFill>
          <a:ln w="9525">
            <a:solidFill>
              <a:srgbClr val="2B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995928"/>
            <a:ext cx="6437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SIMD (PTO-DSL)</a:t>
            </a:r>
            <a:r>
              <a:rPr sz="95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   kernels_ptodsl/sp6d_fp4_unpack.py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88536"/>
            <a:ext cx="6437376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vselr ★ (393 / 707 cyc): VL-padded Lut table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120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table = pto.vmi.vload(lut_ub, 0, size=VL)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126 </a:t>
            </a:r>
            <a:r>
              <a:rPr sz="950" b="0">
                <a:solidFill>
                  <a:srgbClr val="E6EDF7"/>
                </a:solidFill>
                <a:latin typeface="IBM Plex Mono"/>
                <a:ea typeface="IBM Plex Mono"/>
                <a:cs typeface="IBM Plex Mono"/>
              </a:rPr>
              <a:t>raw_i = pto.vmi.vcvt(raw_u8, pto.i32)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127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lo_i = pto.vmi.vand(raw_i, mask15,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128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hi_i = pto.vmi.vand(pto.vmi.vshr(raw_i, 4, mask), mask15, mask)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134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lo_f = pto.vmi.vselr(table, lo_i)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393"/>
                </a:solidFill>
                <a:latin typeface="IBM Plex Mono"/>
                <a:ea typeface="IBM Plex Mono"/>
                <a:cs typeface="IBM Plex Mono"/>
              </a:rPr>
              <a:t>135 </a:t>
            </a:r>
            <a:r>
              <a:rPr sz="950" b="0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hi_f = pto.vmi.vselr(table, hi_i)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gather also PASS (534 / 826 VF). vselr(source, index) no mask; size=16 failed lane-count.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Axis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Soft nibble + 16-entry e2m1 LUT ALU (± SF) — gather vs vselr LUT path. Appendix soft 4-bit e2m1 LUT (not HW float4_e2m1x2 / castFp4toBf16).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VF cycles (Simt / SIMD ★)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unpack: 7,813 / 393 → 19.9×
unpack_sf: 18,727 / 707 → 26.5×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Verdict</a:t>
            </a:r>
          </a:p>
          <a:p>
            <a:pPr algn="l"/>
            <a:r>
              <a:rPr sz="125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SIMD ★ vselr wins big on VF. Gather arm also PASS. Still appendix — not an SP1–SP5 schedule peer.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SP · VF-CYCLE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SP in VF cycles: SIMD (PTO-DSL) twins on SP1–SP6 (42/42)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3767328"/>
        </p:xfrm>
        <a:graphic>
          <a:graphicData uri="http://schemas.openxmlformats.org/drawingml/2006/table">
            <a:tbl>
              <a:tblPr/>
              <a:tblGrid>
                <a:gridCol w="868680"/>
                <a:gridCol w="1691640"/>
                <a:gridCol w="2331720"/>
                <a:gridCol w="960120"/>
                <a:gridCol w="1051560"/>
                <a:gridCol w="1051560"/>
                <a:gridCol w="868680"/>
                <a:gridCol w="2240280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Case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Shape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arm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VF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PTO-DSL VF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/ PTO-DSL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Simt µs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Note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D49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SP1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T32 K2 H128 G32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keep_pos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19,881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31,424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0.63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12.63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vscatter; PTO 19.04 µs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SP1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remat_pos ★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17,290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31,424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0.55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11.19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Simt wins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T32 K2 H128 G32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sf0_w0 + keep_acc ★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13,738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837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16×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9.19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PTO 2.02 µs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sf0_w0 + remat_acc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18,944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837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23×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12.08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keep≡remat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sf1_w1 + keep_acc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23,958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2,301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10×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14.88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sf0→sf1 tax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sf1_w1 + remat_acc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87171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37,255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2,301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16×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22.27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keep≡remat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sf1_w1 + keep_pos (legacy)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23,805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14.79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no Pos arm ¹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SP2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sf1_w1 + remat_pos (legacy)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21,171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13.35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no Pos arm ¹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SP3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M32 H128 G32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fp32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11,158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349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32×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7.45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PTO 1.44 µs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SP3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e8m0 (bit-reinterpret)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11,171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311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36×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7.45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PTO 1.39 µs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SP4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E64 H128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pad25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13,968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265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 b="1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53×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9.63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PTO 1.98 µs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SP5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N64 H128 G32 QG32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sideband ★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52,001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583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 b="1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89×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30.44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PTO 1.87 µs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SP5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interleave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54,655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699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 b="1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78×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31.92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PTO 1.94 µs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SP6 (A)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N32 H128 G32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unpack ★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7,813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393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20×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5.35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★ vselr; gather 534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6EDF7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SP6 (A)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unpack_sf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18,727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707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IBM Plex Sans Condensed"/>
                          <a:ea typeface="IBM Plex Sans Condensed"/>
                          <a:cs typeface="IBM Plex Sans Condensed"/>
                        </a:rPr>
                        <a:t>26×</a:t>
                      </a:r>
                      <a:endParaRPr lang="en-US" sz="1050" dirty="0">
                        <a:latin typeface="IBM Plex Sans Condensed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11.42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DF7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★ vselr; gather 826</a:t>
                      </a:r>
                      <a:endParaRPr lang="en-US" sz="1050" dirty="0">
                        <a:latin typeface="IBM Plex Mono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105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★ Simt best. PTO-DSL SP6 ★ = vselr. ¹ no legacy Pos arms in SP2 twin (Acc×sf/w only). SP4/SP5 SIMD VF 2026-10-08. (A) appendix.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FINDINGS · SV · CF · SP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Cross-suite findings: SIMD (PTO-DSL) leads except on the RF ladder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70408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Char char="■"/>
            </a:pPr>
            <a:r>
              <a:rPr lang="en-US" dirty="0" sz="18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SV: </a:t>
            </a:r>
            <a:r>
              <a:rPr lang="en-US" dirty="0" sz="180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SIMD (PTO-DSL) uses 1.6–53× fewer VF cycles on stream, bcast, GEMV, gather and top-k. The RF ladder flips it: Simt wins SV5 G16 (0.33×), SV7 G64 (0.67×), SV8 (0.89×).</a:t>
            </a:r>
            <a:endParaRPr lang="en-US" dirty="0"/>
          </a:p>
          <a:p>
            <a:pPr marL="342900" indent="-342900">
              <a:spcAft>
                <a:spcPts val="1400"/>
              </a:spcAft>
              <a:buChar char="■"/>
            </a:pPr>
            <a:r>
              <a:rPr lang="en-US" dirty="0" sz="18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CF: </a:t>
            </a:r>
            <a:r>
              <a:rPr lang="en-US" dirty="0" sz="180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every primary case favors SIMD (PTO-DSL), from 2.9× (CF1 K8 KEEP) to 18.1× (CF2 predicate remat).</a:t>
            </a:r>
            <a:endParaRPr lang="en-US" dirty="0"/>
          </a:p>
          <a:p>
            <a:pPr marL="342900" indent="-342900">
              <a:spcAft>
                <a:spcPts val="1400"/>
              </a:spcAft>
              <a:buChar char="■"/>
            </a:pPr>
            <a:r>
              <a:rPr lang="en-US" dirty="0" sz="18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SP: </a:t>
            </a:r>
            <a:r>
              <a:rPr lang="en-US" dirty="0" sz="180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Simt cliffs hold (13,738→23,958→37,255). Twins SP1–SP6 (42/42): SP1 31,424 slower; SP2 837/2,301 (sf tax, keep≡remat); SP3 e8m0 311 &lt; fp32 349; SP4 mask 265 (~53× VF); SP5 sideband ★ 583 (~89× VF); SP6 gather+vselr PASS, ★ vselr ~20–26× (appendix).</a:t>
            </a:r>
            <a:endParaRPr lang="en-US" dirty="0"/>
          </a:p>
          <a:p>
            <a:pPr marL="342900" indent="-342900">
              <a:spcAft>
                <a:spcPts val="1400"/>
              </a:spcAft>
              <a:buChar char="■"/>
            </a:pPr>
            <a:r>
              <a:rPr lang="en-US" dirty="0" sz="18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ld/st: </a:t>
            </a:r>
            <a:r>
              <a:rPr lang="en-US" dirty="0" sz="1800">
                <a:solidFill>
                  <a:srgbClr val="E6EDF7"/>
                </a:solidFill>
                <a:latin typeface="IBM Plex Sans"/>
                <a:ea typeface="IBM Plex Sans"/>
                <a:cs typeface="IBM Plex Sans"/>
              </a:rPr>
              <a:t>Simt never issues a 128-bit UB access (widest 64-bit float2, 49 traces). fp16 cases load one half at a time, so ld/st is 44–91% of SIMT-pipe cycles: where Simt wins on VF cycles, much of the cost is narrow ld/st, not ALU.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63840" y="1737360"/>
            <a:ext cx="3776472" cy="4023360"/>
          </a:xfrm>
          <a:prstGeom prst="rect">
            <a:avLst/>
          </a:prstGeom>
          <a:solidFill>
            <a:srgbClr val="1D2D49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242316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2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Compare VF cycles: Simt vs SIMD (PTO-DSL) at its best schedule, same shape. Blank cells stay blank.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GAPS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Gaps: what is still blank or pending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474720" cy="42062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37360"/>
            <a:ext cx="34747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0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SIMD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SIMD (PTO-DSL) blanks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 sz="150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No twin: SV1 E2048, SV2 C32, CF1 K1. SP1–SP6 twins PASS (SP6 appendix ★ vselr).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12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gap 01 · remaining blanks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23360" y="356616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43400" y="1737360"/>
            <a:ext cx="3474720" cy="42062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737360"/>
            <a:ext cx="34747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0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SIMT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Simt COMPILE_FAIL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37033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5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SV2 R16×C64 input_keep: "no available layout found". ld/st audit done: no 128-bit UB access.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gap 02 · Simt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356616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38160" y="1737360"/>
            <a:ext cx="3474720" cy="420624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737360"/>
            <a:ext cx="347472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000" b="1">
                <a:solidFill>
                  <a:srgbClr val="FBBF24"/>
                </a:solidFill>
                <a:latin typeface="IBM Plex Mono"/>
                <a:ea typeface="IBM Plex Mono"/>
                <a:cs typeface="IBM Plex Mono"/>
              </a:rPr>
              <a:t>HW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84582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Board .39 gold check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58200" y="37033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500" b="0">
                <a:solidFill>
                  <a:srgbClr val="8FA3BF"/>
                </a:solidFill>
                <a:latin typeface="IBM Plex Sans"/>
                <a:ea typeface="IBM Plex Sans"/>
                <a:cs typeface="IBM Plex Sans"/>
              </a:rPr>
              <a:t>Board .39 gold = got check still pending; run it when the board is reachable.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gap 03 · hardware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2DD4BF"/>
                </a:solidFill>
                <a:latin typeface="IBM Plex Mono"/>
                <a:ea typeface="IBM Plex Mono"/>
                <a:cs typeface="IBM Plex Mono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3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Next steps: board check, Simt re-opsim, SUMMARY refresh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B3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TileLang · Ascend · ST sensitivity suite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1672" cy="114300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011680" y="184708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2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Board .39: gold = got when the NPU is reachable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11680" y="23591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14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opsim Ascend950PR_9599 stays the cycle source; board check still pending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91672" cy="114300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11680" y="321868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2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Simt re-opsim when MicroAPI CANN is available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11680" y="37307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14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PTO-ISA tip blocked on missing symbols (e.g. asc_copy_gm2ub_align); SP4d/SP5d SIMD already harvested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1143000"/>
          </a:xfrm>
          <a:prstGeom prst="rect">
            <a:avLst/>
          </a:prstGeom>
          <a:solidFill>
            <a:srgbClr val="16233A"/>
          </a:solidFill>
          <a:ln w="12700">
            <a:solidFill>
              <a:srgbClr val="2B3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8056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011680" y="459028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2000" b="1">
                <a:solidFill>
                  <a:srgbClr val="E6EDF7"/>
                </a:solidFill>
                <a:latin typeface="IBM Plex Sans Condensed"/>
                <a:ea typeface="IBM Plex Sans Condensed"/>
                <a:cs typeface="IBM Plex Sans Condensed"/>
              </a:rPr>
              <a:t>Optional full oneshot refresh → SUMMARY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11680" y="5102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 sz="1400">
                <a:solidFill>
                  <a:srgbClr val="8FA3BF"/>
                </a:solidFill>
                <a:latin typeface="IBM Plex Mono"/>
                <a:ea typeface="IBM Plex Mono"/>
                <a:cs typeface="IBM Plex Mono"/>
              </a:rPr>
              <a:t>Re-validate Simt VF on matching CANN; keep total VF cycles as primary metric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2026-10-07T10:46:39Z</dcterms:created>
  <dcterms:modified xsi:type="dcterms:W3CDTF">2026-10-07T10:46:39Z</dcterms:modified>
</cp:coreProperties>
</file>